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1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-274320"/>
            <a:ext cx="4114800" cy="2011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75520" y="365760"/>
            <a:ext cx="320040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-91440"/>
            <a:ext cx="201168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3657600" cy="1645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703320" y="5943600"/>
            <a:ext cx="2286000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35040" y="5943600"/>
            <a:ext cx="13716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2016252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033272"/>
            <a:ext cx="18790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FSAD ASSIGNMENT 2025–26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Cost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6B6D4"/>
                </a:solidFill>
              </a:rPr>
              <a:t>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015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Construction Project Cost Intelligence  ·  Full-Stack Web 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69080"/>
            <a:ext cx="1577340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" y="4096512"/>
            <a:ext cx="14401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B6D4"/>
                </a:solidFill>
              </a:rPr>
              <a:t>Spring Boot 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4852" y="4069080"/>
            <a:ext cx="969264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54580" y="4096512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B6D4"/>
                </a:solidFill>
              </a:rPr>
              <a:t>React 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8708" y="4069080"/>
            <a:ext cx="882396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88436" y="4096512"/>
            <a:ext cx="7452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B6D4"/>
                </a:solidFill>
              </a:rPr>
              <a:t>MySQL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4069080"/>
            <a:ext cx="534924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35424" y="4096512"/>
            <a:ext cx="3977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B6D4"/>
                </a:solidFill>
              </a:rPr>
              <a:t>JWT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5212" y="4069080"/>
            <a:ext cx="969264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34940" y="4096512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B6D4"/>
                </a:solidFill>
              </a:rPr>
              <a:t>Recharts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09728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925372"/>
            <a:ext cx="10241280" cy="16459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530352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225295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Project Overview &amp; Problem Statement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" y="1609344"/>
            <a:ext cx="5074920" cy="182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5303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188720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1225295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67728" y="1609344"/>
            <a:ext cx="5074920" cy="182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2103120"/>
            <a:ext cx="530352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2194560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23113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" y="2615184"/>
            <a:ext cx="5074920" cy="182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103120"/>
            <a:ext cx="530352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2194560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23113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Core Modules &amp;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67728" y="2615184"/>
            <a:ext cx="5074920" cy="182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3108960"/>
            <a:ext cx="530352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3200400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323697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Data Model &amp; API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9848" y="3621024"/>
            <a:ext cx="5074920" cy="182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3108960"/>
            <a:ext cx="530352" cy="56692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3200400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323697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Security &amp; Authentication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67728" y="3621024"/>
            <a:ext cx="5074920" cy="182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1480" y="4114800"/>
            <a:ext cx="530352" cy="5669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4206240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" y="424281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Cost Estimation Engine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9848" y="4626864"/>
            <a:ext cx="5074920" cy="182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4114800"/>
            <a:ext cx="530352" cy="566928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4206240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24281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Reports &amp; Analytics Dashboard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7728" y="4626864"/>
            <a:ext cx="5074920" cy="182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11480" y="5120640"/>
            <a:ext cx="530352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5212080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" y="524865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Admin Panel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9848" y="5632704"/>
            <a:ext cx="5074920" cy="182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5120640"/>
            <a:ext cx="5303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09360" y="5212080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7728" y="524865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Demo Flow &amp; Setup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67728" y="5632704"/>
            <a:ext cx="5074920" cy="182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09728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925372"/>
            <a:ext cx="10241280" cy="16459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What is Cost Estimation System?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81328"/>
            <a:ext cx="11338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A full-stack web application that automates construction project cost estimation. Engineers and managers can register projects, select materials, define labour requirements, and instantly receive accurate cost breakdowns covering material, labour, time-factor, and quality-factor costs — all in one platform.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423160"/>
            <a:ext cx="27432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2423160"/>
            <a:ext cx="50292" cy="2011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25146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Project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862072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Register &amp; track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construction projects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423160"/>
            <a:ext cx="27432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2423160"/>
            <a:ext cx="50292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25146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Material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862072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Material catalogue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with live cost updates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423160"/>
            <a:ext cx="27432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2423160"/>
            <a:ext cx="50292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25146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Cost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862072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4-component auto-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calculation formula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423160"/>
            <a:ext cx="27432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20" y="2423160"/>
            <a:ext cx="50292" cy="2011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54312" y="25146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Analytics &amp;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2862072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Charts, summaries,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fluctuation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681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Target Users:   Project Managers  ·  Civil Engineers  ·  Site Contractors  ·  Administrators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097280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925372"/>
            <a:ext cx="10241280" cy="16459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0789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70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PRESENTATION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1790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React 18  ·  Create React App  ·  React Router 6  ·  Axios  ·  Recharts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157984"/>
            <a:ext cx="109728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89903" y="2157984"/>
            <a:ext cx="109728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80176" y="2157984"/>
            <a:ext cx="109728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0720" y="2414015"/>
            <a:ext cx="68580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2468880"/>
            <a:ext cx="11338560" cy="10789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480" y="2468880"/>
            <a:ext cx="1133856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APPLICATION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90779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Spring Boot 3.2  ·  REST APIs  ·  JWT Security  ·  Spring Data JPA  ·  RBAC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547872"/>
            <a:ext cx="109728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9903" y="3547872"/>
            <a:ext cx="109728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80176" y="3547872"/>
            <a:ext cx="109728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60720" y="3803904"/>
            <a:ext cx="6858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3858768"/>
            <a:ext cx="11338560" cy="10789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3858768"/>
            <a:ext cx="113385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95020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DATA 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97679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MySQL 8  ·  Hibernate ORM  ·  6 Tables  ·  HikariCP Connection Pool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349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Client Browser  ↔  REST / JSON over HTTP  ↔  JWT Bearer Token in Authorization header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09728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925372"/>
            <a:ext cx="10241280" cy="16459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3639312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3639312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1704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572768"/>
            <a:ext cx="3291840" cy="2286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072" y="1801368"/>
            <a:ext cx="146304" cy="1463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282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Java 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487168"/>
            <a:ext cx="146304" cy="1463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4140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Spring Boot 3.2.0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3172968"/>
            <a:ext cx="146304" cy="1463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0998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Spring Security + JWT (JJWT 0.11.5)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3858768"/>
            <a:ext cx="146304" cy="1463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785615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Spring Data JPA / Hibernate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" y="4544568"/>
            <a:ext cx="146304" cy="1463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4714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Maven build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" y="5230368"/>
            <a:ext cx="146304" cy="1463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1572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Lombok · Jakarta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5112" y="1078992"/>
            <a:ext cx="3639312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25112" y="1078992"/>
            <a:ext cx="363931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9704" y="11704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Frontend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9704" y="1572768"/>
            <a:ext cx="3291840" cy="2286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9704" y="1801368"/>
            <a:ext cx="146304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36592" y="17282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React 18.2.0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9704" y="2487168"/>
            <a:ext cx="146304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36592" y="24140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Create React App 5.0.1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9704" y="3172968"/>
            <a:ext cx="146304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36592" y="30998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React Router DOM 6.21.0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9704" y="3858768"/>
            <a:ext cx="146304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36592" y="3785615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Axios 1.6.2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9704" y="4544568"/>
            <a:ext cx="146304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36592" y="44714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Recharts 2.10.1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9704" y="5230368"/>
            <a:ext cx="146304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36592" y="51572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Custom CSS Stylesheets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38744" y="1078992"/>
            <a:ext cx="3639312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38744" y="1078992"/>
            <a:ext cx="363931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03336" y="11704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</a:rPr>
              <a:t>Database &amp; Infra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03336" y="1572768"/>
            <a:ext cx="3291840" cy="2286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403336" y="1801368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50224" y="17282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MySQL 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03336" y="2487168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50224" y="24140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HikariCP connection pool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03336" y="3172968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50224" y="30998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Hibernate DDL auto-update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03336" y="3858768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50224" y="3785615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BCrypt password hashing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03336" y="4544568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50224" y="44714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REST API — port 8080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03336" y="5230368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50224" y="51572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Frontend dev — port 3000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Core Modules — Feature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097280" cy="502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925372"/>
            <a:ext cx="10241280" cy="16459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27432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50292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1704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517904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Register · Login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JWT · ADMIN / REG_USER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078992"/>
            <a:ext cx="27432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078992"/>
            <a:ext cx="50292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02152" y="11704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1517904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Create &amp; manage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construction projects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078992"/>
            <a:ext cx="27432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078992"/>
            <a:ext cx="5029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1704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Materials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517904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Catalogue · Pricing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Category-wise CRUD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078992"/>
            <a:ext cx="27432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078992"/>
            <a:ext cx="50292" cy="1920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54312" y="11704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Mat. Costs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1517904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Cost updates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with effective 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200400"/>
            <a:ext cx="27432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3200400"/>
            <a:ext cx="50292" cy="1920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" y="32918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Estimation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3639312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4-component cost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auto-calculation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200400"/>
            <a:ext cx="27432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37560" y="3200400"/>
            <a:ext cx="50292" cy="192024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02152" y="32918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B2777"/>
                </a:solidFill>
              </a:rPr>
              <a:t>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3639312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Charts · Summary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Fluctuation table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200400"/>
            <a:ext cx="27432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3200400"/>
            <a:ext cx="50292" cy="1920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32918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</a:rPr>
              <a:t>Admin Panel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3639312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Full CRUD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All data access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3200400"/>
            <a:ext cx="27432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89720" y="3200400"/>
            <a:ext cx="50292" cy="192024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54312" y="32918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5A30D"/>
                </a:solidFill>
              </a:rPr>
              <a:t>Search/Filter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4312" y="3639312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By city / type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My projects 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Authentication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097280" cy="502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925372"/>
            <a:ext cx="10241280" cy="16459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69164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6916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User
Registers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2" y="138988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8" y="1078992"/>
            <a:ext cx="169164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50008" y="1078992"/>
            <a:ext cx="169164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50008" y="120700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BCrypt
Hashing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38988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1078992"/>
            <a:ext cx="169164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8536" y="1078992"/>
            <a:ext cx="16916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88536" y="120700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JWT
Issued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138988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1078992"/>
            <a:ext cx="169164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27064" y="1078992"/>
            <a:ext cx="169164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7064" y="120700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Token in
LocalStorage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0416" y="138988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65592" y="1078992"/>
            <a:ext cx="169164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65592" y="1078992"/>
            <a:ext cx="169164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65592" y="120700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Bearer
Token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8944" y="138988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04120" y="1078992"/>
            <a:ext cx="169164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104120" y="1078992"/>
            <a:ext cx="1691640" cy="457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04120" y="120700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Spring
Validates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2212848"/>
            <a:ext cx="1133856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1480" y="2212848"/>
            <a:ext cx="50292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230428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Roles &amp; Access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263347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  ROLE_ADMIN     — full CRUD on materials, delete projects, cost reports, all data</a:t>
            </a:r>
          </a:p>
          <a:p>
            <a:pPr algn="l"/>
            <a:r>
              <a:rPr sz="1100" b="0">
                <a:solidFill>
                  <a:srgbClr val="94A3B8"/>
                </a:solidFill>
              </a:rPr>
              <a:t>  ROLE_REG_USER  — create projects &amp; estimations, view own data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602736"/>
            <a:ext cx="1133856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1480" y="3602736"/>
            <a:ext cx="5029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369417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JWT Configuration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0233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  Algorithm: HS256  ·  256-bit minimum key  ·  Token expiry: 24 hours</a:t>
            </a:r>
          </a:p>
          <a:p>
            <a:pPr algn="l"/>
            <a:r>
              <a:rPr sz="1100" b="0">
                <a:solidFill>
                  <a:srgbClr val="94A3B8"/>
                </a:solidFill>
              </a:rPr>
              <a:t>  Stateless sessions — no server-side session storage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992624"/>
            <a:ext cx="1133856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11480" y="4992624"/>
            <a:ext cx="5029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508406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Endpoint 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413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  Public:    /api/auth/register  ·  /api/auth/login</a:t>
            </a:r>
          </a:p>
          <a:p>
            <a:pPr algn="l"/>
            <a:r>
              <a:rPr sz="1100" b="0">
                <a:solidFill>
                  <a:srgbClr val="94A3B8"/>
                </a:solidFill>
              </a:rPr>
              <a:t>  Protected: /projects  /materials  /estimations  /reports  (all require JWT)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Cost Estimation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097280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925372"/>
            <a:ext cx="10241280" cy="16459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2743200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50292" cy="2148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1704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Material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517904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Sum of (unit price × qty)</a:t>
            </a:r>
          </a:p>
          <a:p>
            <a:pPr algn="l"/>
            <a:r>
              <a:rPr sz="1100" b="0">
                <a:solidFill>
                  <a:srgbClr val="94A3B8"/>
                </a:solidFill>
              </a:rPr>
              <a:t>for all selected materials</a:t>
            </a:r>
          </a:p>
          <a:p>
            <a:pPr algn="l"/>
            <a:r>
              <a:rPr sz="1100" b="0">
                <a:solidFill>
                  <a:srgbClr val="94A3B8"/>
                </a:solidFill>
              </a:rPr>
              <a:t>Latest MaterialCost entry used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078992"/>
            <a:ext cx="2743200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078992"/>
            <a:ext cx="50292" cy="2148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02152" y="11704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Labour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1517904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labour_force × ₹15,000/person</a:t>
            </a:r>
          </a:p>
          <a:p>
            <a:pPr algn="l"/>
            <a:r>
              <a:rPr sz="1100" b="0">
                <a:solidFill>
                  <a:srgbClr val="94A3B8"/>
                </a:solidFill>
              </a:rPr>
              <a:t>× project_time_months</a:t>
            </a:r>
          </a:p>
          <a:p>
            <a:pPr algn="l"/>
            <a:r>
              <a:rPr sz="1100" b="0">
                <a:solidFill>
                  <a:srgbClr val="94A3B8"/>
                </a:solidFill>
              </a:rPr>
              <a:t>Configurable per estimation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078992"/>
            <a:ext cx="2743200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078992"/>
            <a:ext cx="50292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1704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Time Factor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517904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+10% of material cost</a:t>
            </a:r>
          </a:p>
          <a:p>
            <a:pPr algn="l"/>
            <a:r>
              <a:rPr sz="1100" b="0">
                <a:solidFill>
                  <a:srgbClr val="94A3B8"/>
                </a:solidFill>
              </a:rPr>
              <a:t>when duration ≤ 6 months</a:t>
            </a:r>
          </a:p>
          <a:p>
            <a:pPr algn="l"/>
            <a:r>
              <a:rPr sz="1100" b="0">
                <a:solidFill>
                  <a:srgbClr val="94A3B8"/>
                </a:solidFill>
              </a:rPr>
              <a:t>(urgency surcharge)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078992"/>
            <a:ext cx="2743200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078992"/>
            <a:ext cx="50292" cy="2148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54312" y="11704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Quality Factor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1517904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(mat + labour) × (qf – 1.0)</a:t>
            </a:r>
          </a:p>
          <a:p>
            <a:pPr algn="l"/>
            <a:r>
              <a:rPr sz="1100" b="0">
                <a:solidFill>
                  <a:srgbClr val="94A3B8"/>
                </a:solidFill>
              </a:rPr>
              <a:t>qf: 1.0 standard / 1.5 premium</a:t>
            </a:r>
          </a:p>
          <a:p>
            <a:pPr algn="l"/>
            <a:r>
              <a:rPr sz="1100" b="0">
                <a:solidFill>
                  <a:srgbClr val="94A3B8"/>
                </a:solidFill>
              </a:rPr>
              <a:t>Scales with quality grade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401568"/>
            <a:ext cx="11338560" cy="868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3401568"/>
            <a:ext cx="54864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4564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Total Cost Formula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49039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Total  =  Material Cost  +  Labour Cost  +  Time Factor Cost  +  Quality Factor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480560"/>
            <a:ext cx="192024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7240" y="4480560"/>
            <a:ext cx="1920240" cy="411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57200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Select
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79192" y="473659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4480560"/>
            <a:ext cx="192024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990088" y="4480560"/>
            <a:ext cx="1920240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90088" y="457200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Add Materials
&amp; Quantities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73659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02936" y="4480560"/>
            <a:ext cx="192024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202936" y="4480560"/>
            <a:ext cx="192024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02936" y="457200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Set Labour
Params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04888" y="473659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15783" y="4480560"/>
            <a:ext cx="192024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415783" y="4480560"/>
            <a:ext cx="192024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15783" y="457200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POST
/estimations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7736" y="473659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</a:rPr>
              <a:t>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28632" y="4480560"/>
            <a:ext cx="192024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628632" y="4480560"/>
            <a:ext cx="1920240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28632" y="457200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Cost
Breakdown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 Model — Key Entities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09728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925372"/>
            <a:ext cx="10241280" cy="16459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5577840" cy="1536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50292" cy="15361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1704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517904"/>
            <a:ext cx="5212080" cy="182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1609343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id · username · email · passwordHash
role (ADMIN / REG_USER) · createdAt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078992"/>
            <a:ext cx="5577840" cy="1536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078992"/>
            <a:ext cx="50292" cy="15361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1704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ConstructionProject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19672" y="1517904"/>
            <a:ext cx="5212080" cy="182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1609343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id · name · constructionType · type1/2
structureType · city · areaSqft · timeMonths · qualityFactor · createdBy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862072"/>
            <a:ext cx="5577840" cy="1536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2862072"/>
            <a:ext cx="50292" cy="15361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29535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Material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3300984"/>
            <a:ext cx="5212080" cy="182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3392424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id · name (unique) · description
unit (kg/bags/m³…) · basePricePerUnit · category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862072"/>
            <a:ext cx="5577840" cy="1536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2862072"/>
            <a:ext cx="50292" cy="15361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9672" y="29535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MaterialCost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19672" y="3300984"/>
            <a:ext cx="5212080" cy="182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9672" y="3392424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id · material→ · price · effectiveDate
fluctuationPercent · region · updatedBy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645152"/>
            <a:ext cx="5577840" cy="1536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4645152"/>
            <a:ext cx="50292" cy="15361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72" y="47365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MaterialRequirement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" y="5084064"/>
            <a:ext cx="5212080" cy="182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" y="5175504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id · project→ · material→
quantity · estimatedCost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4645152"/>
            <a:ext cx="5577840" cy="1536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55080" y="4645152"/>
            <a:ext cx="50292" cy="15361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9672" y="47365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B2777"/>
                </a:solidFill>
              </a:rPr>
              <a:t>CostEstimation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9672" y="5084064"/>
            <a:ext cx="5212080" cy="182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19672" y="5175504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id · project→ (unique) · materialCost
labourCost · timeFactorCost · qualityFactorCost · totalCost · estimatedBy→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465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</a:rPr>
              <a:t>6 MySQL tables  ·  Hibernate ORM  ·  FK relationships  ·  Enum types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API Design — REST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097280" cy="502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925372"/>
            <a:ext cx="10241280" cy="16459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50292" cy="6583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152144"/>
            <a:ext cx="1508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B6D4"/>
                </a:solidFill>
              </a:rPr>
              <a:t>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6272" y="1188719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POST /api/auth/register  ·  POST /api/auth/login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65376"/>
            <a:ext cx="1133856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865376"/>
            <a:ext cx="50292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938528"/>
            <a:ext cx="1508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</a:rPr>
              <a:t>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6272" y="1975104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GET /api/projects  ·  GET /api/projects/my  ·  POST /api/projects  ·  PUT /api/projects/{id}  ·  DELETE (admin)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51760"/>
            <a:ext cx="1133856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480" y="2651760"/>
            <a:ext cx="50292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2724912"/>
            <a:ext cx="1508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</a:rPr>
              <a:t>Materials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276148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GET /api/materials  ·  GET /api/materials/category/{cat}  ·  POST/PUT/DELETE (admin)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438144"/>
            <a:ext cx="1133856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3438144"/>
            <a:ext cx="5029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511296"/>
            <a:ext cx="1508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9669"/>
                </a:solidFill>
              </a:rPr>
              <a:t>Mat. Costs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3547872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POST /api/materials/cost (admin)  — update price with effectiveDate &amp; fluctuation%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224528"/>
            <a:ext cx="1133856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4224528"/>
            <a:ext cx="50292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297680"/>
            <a:ext cx="1508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97706"/>
                </a:solidFill>
              </a:rPr>
              <a:t>Estimations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6272" y="4334256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POST /api/estimations  ·  GET /api/estimations  ·  GET /api/estimations/{projectId}  ·  GET /api/estimations/my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010912"/>
            <a:ext cx="1133856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5010912"/>
            <a:ext cx="50292" cy="65836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5084064"/>
            <a:ext cx="1508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B2777"/>
                </a:solidFill>
              </a:rPr>
              <a:t>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5120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GET /api/reports/summary  ·  GET /api/reports/by-city  ·  GET /api/reports/by-type  ·  GET /api/reports/cost-fluctuation (admin)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797296"/>
            <a:ext cx="1133856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1480" y="5797296"/>
            <a:ext cx="50292" cy="6583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5870448"/>
            <a:ext cx="1508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A580C"/>
                </a:solidFill>
              </a:rPr>
              <a:t>CORS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76272" y="5907024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All endpoints allow http://localhost:3000  ·  Frontend proxies /api calls to port 8080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Reports &amp; Analytics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097280" cy="50292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925372"/>
            <a:ext cx="10241280" cy="16459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719072" cy="16276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719072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" y="11887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B6D4"/>
                </a:solidFill>
              </a:rPr>
              <a:t>Total 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572768"/>
            <a:ext cx="1508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All construction
projects registered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78992"/>
            <a:ext cx="1719072" cy="16276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31720" y="1078992"/>
            <a:ext cx="1719072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41448" y="11887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</a:rPr>
              <a:t>Total 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1572768"/>
            <a:ext cx="1508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Catalogue size
with pricing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078992"/>
            <a:ext cx="1719072" cy="16276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078992"/>
            <a:ext cx="171907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1688" y="11887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</a:rPr>
              <a:t>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1572768"/>
            <a:ext cx="1508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Registered users
&amp; role breakdown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078992"/>
            <a:ext cx="1719072" cy="16276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1078992"/>
            <a:ext cx="1719072" cy="502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1928" y="11887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9669"/>
                </a:solidFill>
              </a:rPr>
              <a:t>Estimations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1572768"/>
            <a:ext cx="1508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Completed cost
calculations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1078992"/>
            <a:ext cx="1719072" cy="16276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40" y="1078992"/>
            <a:ext cx="171907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02167" y="11887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97706"/>
                </a:solidFill>
              </a:rPr>
              <a:t>Aggregate (₹)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7" y="1572768"/>
            <a:ext cx="1508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Sum of all
estimation totals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12680" y="1078992"/>
            <a:ext cx="1719072" cy="16276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012680" y="1078992"/>
            <a:ext cx="1719072" cy="502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22407" y="11887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B2777"/>
                </a:solidFill>
              </a:rPr>
              <a:t>Admin 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22407" y="1572768"/>
            <a:ext cx="1508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Admin count
&amp; access level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907792"/>
            <a:ext cx="27432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1480" y="2907792"/>
            <a:ext cx="50292" cy="2240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6072" y="29992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Projects by 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3346704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Bar chart (Recharts)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Group by address.city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Compare across locations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2907792"/>
            <a:ext cx="27432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37560" y="2907792"/>
            <a:ext cx="50292" cy="2240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02152" y="29992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Projects by 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3346704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Pie chart (Recharts)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COMMERCIAL vs RESIDENTIAL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Visual distribution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2907792"/>
            <a:ext cx="27432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63640" y="2907792"/>
            <a:ext cx="50292" cy="2240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28232" y="29992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Cost Fluctuation 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2" y="3346704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Admin-only view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All estimations listed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Full cost breakdown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2907792"/>
            <a:ext cx="27432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189720" y="2907792"/>
            <a:ext cx="50292" cy="2240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354312" y="29992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My Estimations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54312" y="3346704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User-scoped filter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Own projects only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Personal cost history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Admin Panel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097280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925372"/>
            <a:ext cx="10241280" cy="16459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719072" cy="17190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719072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" y="11887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B6D4"/>
                </a:solidFill>
              </a:rPr>
              <a:t>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572768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Create / Edit / Delete
catalogue entries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78992"/>
            <a:ext cx="1719072" cy="17190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31720" y="1078992"/>
            <a:ext cx="1719072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41448" y="11887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</a:rPr>
              <a:t>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1572768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View all projects
Delete any submission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078992"/>
            <a:ext cx="1719072" cy="17190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078992"/>
            <a:ext cx="171907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1688" y="11887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</a:rPr>
              <a:t>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1572768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View all users
Roles &amp; activity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078992"/>
            <a:ext cx="1719072" cy="17190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1078992"/>
            <a:ext cx="1719072" cy="502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1928" y="11887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9669"/>
                </a:solidFill>
              </a:rPr>
              <a:t>Estimations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1572768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All cost estimations
Aggregate totals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1078992"/>
            <a:ext cx="1719072" cy="17190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40" y="1078992"/>
            <a:ext cx="171907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02167" y="11887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97706"/>
                </a:solidFill>
              </a:rPr>
              <a:t>Mat. Costs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7" y="1572768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Price history
&amp; fluctuation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12680" y="1078992"/>
            <a:ext cx="1719072" cy="17190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012680" y="1078992"/>
            <a:ext cx="1719072" cy="502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22407" y="11887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B2777"/>
                </a:solidFill>
              </a:rPr>
              <a:t>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22407" y="1572768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Full analytics
across all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29992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</a:rPr>
              <a:t>Admin-Only 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593592"/>
            <a:ext cx="201168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53872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Create / Update / Delete Materials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5112" y="3593592"/>
            <a:ext cx="20116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45152" y="353872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Update Material Costs with effective 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38744" y="3593592"/>
            <a:ext cx="201168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58784" y="353872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View cost fluctuation % history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553712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49884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Delete any construction project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4553712"/>
            <a:ext cx="201168" cy="2011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45152" y="449884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Access all users' estimations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38744" y="4553712"/>
            <a:ext cx="201168" cy="20116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58784" y="449884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Full reports &amp; analytics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Frontend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09728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925372"/>
            <a:ext cx="10241280" cy="16459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3639312" cy="5440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3639312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170432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Pages (Routes)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572768"/>
            <a:ext cx="3310128" cy="2286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072" y="1819656"/>
            <a:ext cx="128016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" y="1746504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LoginPage / RegisterPage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478024"/>
            <a:ext cx="128016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2404872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DashboardPage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3136392"/>
            <a:ext cx="128016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3063240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ProjectsPage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3794759"/>
            <a:ext cx="128016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" y="3721607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MaterialsPage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" y="4453128"/>
            <a:ext cx="128016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" y="4379976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MaterialCostsPage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" y="5111495"/>
            <a:ext cx="128016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" y="5038343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EstimatePage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" y="5769864"/>
            <a:ext cx="128016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" y="5696712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ReportsPage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5112" y="1078992"/>
            <a:ext cx="3639312" cy="5440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25112" y="1078992"/>
            <a:ext cx="3639312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9704" y="1170432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Shared Components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9704" y="1572768"/>
            <a:ext cx="3310128" cy="2286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89704" y="1819656"/>
            <a:ext cx="128016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27448" y="1746504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Navbar / Footer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9704" y="2478024"/>
            <a:ext cx="128016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27448" y="2404872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PrivateRoute (auth guard)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9704" y="3136392"/>
            <a:ext cx="128016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27448" y="3063240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AuthContext (global state)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9704" y="3794759"/>
            <a:ext cx="128016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27448" y="3721607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LoadingSpinner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9704" y="4453128"/>
            <a:ext cx="128016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27448" y="4379976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DataTable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9704" y="5111495"/>
            <a:ext cx="128016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27448" y="5038343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ChartWidget (Recharts)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9704" y="5769864"/>
            <a:ext cx="128016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27448" y="5696712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ErrorBoundary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38744" y="1078992"/>
            <a:ext cx="3639312" cy="5440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238744" y="1078992"/>
            <a:ext cx="363931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03336" y="1170432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</a:rPr>
              <a:t>API Services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03336" y="1572768"/>
            <a:ext cx="3310128" cy="2286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403336" y="1819656"/>
            <a:ext cx="128016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41080" y="1746504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authService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03336" y="2478024"/>
            <a:ext cx="128016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41080" y="2404872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projectService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03336" y="3136392"/>
            <a:ext cx="128016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41080" y="3063240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materialService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03336" y="3794759"/>
            <a:ext cx="128016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41080" y="3721607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estimationService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03336" y="4453128"/>
            <a:ext cx="128016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41080" y="4379976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reportService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03336" y="5111495"/>
            <a:ext cx="128016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41080" y="5038343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axios interceptor (JWT)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03336" y="5769864"/>
            <a:ext cx="128016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641080" y="5696712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401 auto-redirect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Global State: React Context API  ·  Routing: React Router v6  ·  HTTP: Axios with interceptors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Backend Architecture — Spring Boot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097280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925372"/>
            <a:ext cx="10241280" cy="16459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2084831" cy="16642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2084831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6B6D4"/>
                </a:solidFill>
              </a:rPr>
              <a:t>auth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36192"/>
            <a:ext cx="1828800" cy="20116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572768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User, AuthController
AuthService, JwtUtils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5768" y="1078992"/>
            <a:ext cx="2084831" cy="16642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15768" y="1078992"/>
            <a:ext cx="2084831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52928" y="11704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7C3AED"/>
                </a:solidFill>
              </a:rPr>
              <a:t>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1536192"/>
            <a:ext cx="1828800" cy="20116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88920" y="1572768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ConstructionProject
CRUD + city/type queries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0056" y="1078992"/>
            <a:ext cx="2084831" cy="16642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0056" y="1078992"/>
            <a:ext cx="2084831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57216" y="11704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2563EB"/>
                </a:solidFill>
              </a:rPr>
              <a:t>material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7216" y="1536192"/>
            <a:ext cx="1828800" cy="20116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93208" y="1572768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Material entity
CRUD + category filter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24344" y="1078992"/>
            <a:ext cx="2084831" cy="16642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24344" y="1078992"/>
            <a:ext cx="2084831" cy="502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61504" y="11704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59669"/>
                </a:solidFill>
              </a:rPr>
              <a:t>materialcost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61504" y="1536192"/>
            <a:ext cx="1828800" cy="20116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97496" y="1572768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MaterialCost entity
price history tracking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28632" y="1078992"/>
            <a:ext cx="2084831" cy="16642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28632" y="1078992"/>
            <a:ext cx="2084831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65792" y="11704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97706"/>
                </a:solidFill>
              </a:rPr>
              <a:t>estimation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65792" y="1536192"/>
            <a:ext cx="1828800" cy="20116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01784" y="1572768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CostEstimation logic
4-component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2907792"/>
            <a:ext cx="2084831" cy="16642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1480" y="2907792"/>
            <a:ext cx="2084831" cy="502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29992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B2777"/>
                </a:solidFill>
              </a:rPr>
              <a:t>report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364992"/>
            <a:ext cx="1828800" cy="20116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" y="3401568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ReportController
stats + admin analytics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15768" y="2907792"/>
            <a:ext cx="2084831" cy="16642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715768" y="2907792"/>
            <a:ext cx="2084831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52928" y="29992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EA580C"/>
                </a:solidFill>
              </a:rPr>
              <a:t>security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52928" y="3364992"/>
            <a:ext cx="1828800" cy="20116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88920" y="3401568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JwtAuthFilter
SecurityConfig + CORS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0056" y="2907792"/>
            <a:ext cx="2084831" cy="16642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020056" y="2907792"/>
            <a:ext cx="2084831" cy="50292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29992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65A30D"/>
                </a:solidFill>
              </a:rPr>
              <a:t>admin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57216" y="3364992"/>
            <a:ext cx="1828800" cy="20116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93208" y="3401568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AdminController
full data access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24344" y="2907792"/>
            <a:ext cx="2084831" cy="16642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324344" y="2907792"/>
            <a:ext cx="2084831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61504" y="29992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6B6D4"/>
                </a:solidFill>
              </a:rPr>
              <a:t>exception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61504" y="3364992"/>
            <a:ext cx="1828800" cy="20116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97496" y="3401568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GlobalExceptionHandler
standard error format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28632" y="2907792"/>
            <a:ext cx="2084831" cy="16642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628632" y="2907792"/>
            <a:ext cx="2084831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765792" y="29992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7C3AED"/>
                </a:solidFill>
              </a:rPr>
              <a:t>config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65792" y="3364992"/>
            <a:ext cx="1828800" cy="20116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701784" y="3401568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application.properties
Hibernate DDL auto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47731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Each module follows standard Spring layering:  Entity  ·  Repository  ·  Service  ·  Controller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User 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097280" cy="502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925372"/>
            <a:ext cx="10241280" cy="16459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5596128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50292" cy="2148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18871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New User Registration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609343"/>
            <a:ext cx="5303520" cy="2286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173736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Visit App  →  Click Register  →  Fill form
POST /api/auth/register  →  JWT issued  → 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6792" y="1078992"/>
            <a:ext cx="5596128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36792" y="1078992"/>
            <a:ext cx="50292" cy="2148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1384" y="118871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Create a Construction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1384" y="1609343"/>
            <a:ext cx="5303520" cy="2286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73736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Login  →  Projects page  →  Add Project
Fill details (name, city, type)  →  POST /api/projects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529584"/>
            <a:ext cx="5596128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3529584"/>
            <a:ext cx="50292" cy="2148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36393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Generate Cost Estimation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4059936"/>
            <a:ext cx="5303520" cy="2286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4187952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Open Project  →  Estimate tab  →  Add materials
Set labour count  →  POST /api/estimations  →  Cost breakdown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6792" y="3529584"/>
            <a:ext cx="5596128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36792" y="3529584"/>
            <a:ext cx="50292" cy="2148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01384" y="36393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Admin Updates Material 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01384" y="4059936"/>
            <a:ext cx="5303520" cy="2286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1384" y="4187952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Login as ADMIN  →  Material Costs  →  Select material
Enter new price + date  →  POST /api/materials/cost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Deployment &amp; Local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097280" cy="50292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925372"/>
            <a:ext cx="10241280" cy="16459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5596128" cy="22128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50292" cy="22128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072" y="1152144"/>
            <a:ext cx="50292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1704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216151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Setup MySQL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1700784"/>
            <a:ext cx="5212080" cy="2286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1828800"/>
            <a:ext cx="52120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Create schema:  cesdb
mysql -u root -p
CREATE DATABASE cesdb;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1078992"/>
            <a:ext cx="5596128" cy="22128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36792" y="1078992"/>
            <a:ext cx="50292" cy="22128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01384" y="1152144"/>
            <a:ext cx="5029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1704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1464" y="1216151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Run 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1384" y="1700784"/>
            <a:ext cx="5212080" cy="2286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1384" y="1828800"/>
            <a:ext cx="52120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cd backend
mvn clean install
mvn spring-boot:run
→ http://localhost:8080/api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593591"/>
            <a:ext cx="5596128" cy="22128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80" y="3593591"/>
            <a:ext cx="50292" cy="22128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6072" y="3666744"/>
            <a:ext cx="50292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72" y="368503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7307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Run Frontend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" y="4215383"/>
            <a:ext cx="5212080" cy="2286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72" y="4343400"/>
            <a:ext cx="52120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cd frontend
npm install
npm start
→ http://localhost:3000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36792" y="3593591"/>
            <a:ext cx="5596128" cy="22128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36792" y="3593591"/>
            <a:ext cx="50292" cy="22128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01384" y="3666744"/>
            <a:ext cx="50292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01384" y="368503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1464" y="37307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First-Run Notes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01384" y="4215383"/>
            <a:ext cx="5212080" cy="2286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01384" y="4343400"/>
            <a:ext cx="52120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Hibernate auto-creates all tables.
Register an ADMIN user first.
No manual schema setup needed.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2144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005840"/>
            <a:ext cx="12801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0" y="1005840"/>
            <a:ext cx="7315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69480" y="100584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133856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207008"/>
            <a:ext cx="50292" cy="7498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29844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6B6D4"/>
                </a:solidFill>
              </a:rPr>
              <a:t>Full-Stack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335024"/>
            <a:ext cx="22860" cy="4754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371600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Spring Boot 3.2 + React 18 + MySQL 8 — modern, production-ready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103120"/>
            <a:ext cx="1133856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2103120"/>
            <a:ext cx="50292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194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C3AED"/>
                </a:solidFill>
              </a:rPr>
              <a:t>6 Core Modules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992" y="2231136"/>
            <a:ext cx="22860" cy="4754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2267712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Auth, Projects, Materials, Material Costs, Estimation, Reports &amp; Analytics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99232"/>
            <a:ext cx="1133856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2999232"/>
            <a:ext cx="5029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0906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</a:rPr>
              <a:t>Smart Cost Engine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4992" y="3127248"/>
            <a:ext cx="22860" cy="4754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20440" y="3163824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4-component formula: Material + Labour + Time Factor + Quality Factor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895344"/>
            <a:ext cx="1133856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3895344"/>
            <a:ext cx="5029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986783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59669"/>
                </a:solidFill>
              </a:rPr>
              <a:t>Role-Based Security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64992" y="4023359"/>
            <a:ext cx="22860" cy="4754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20440" y="4059935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JWT auth, RBAC (ADMIN/REG_USER), stateless API, BCrypt password hashing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791456"/>
            <a:ext cx="1133856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" y="4791456"/>
            <a:ext cx="5029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488289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</a:rPr>
              <a:t>Visual Analytics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64992" y="4919472"/>
            <a:ext cx="22860" cy="4754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20440" y="4956048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Recharts bar &amp; pie charts — by city, by type, cost breakdown tables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687568"/>
            <a:ext cx="1133856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1480" y="5687568"/>
            <a:ext cx="50292" cy="74980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77900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B2777"/>
                </a:solidFill>
              </a:rPr>
              <a:t>Admin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64992" y="5815584"/>
            <a:ext cx="22860" cy="4754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20440" y="5852160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Full CRUD on materials, cost history, project oversight, fluctuation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3796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</a:rPr>
              <a:t>Cost Estimation System  —  FSAD Assignment  2025–26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51e9b6e7-e4bc-422b-b136-be52bca82e7c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1574</Words>
  <Application>Microsoft Office PowerPoint</Application>
  <PresentationFormat>Custom</PresentationFormat>
  <Paragraphs>328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Annapureddy, Karthikeya Reddy</cp:lastModifiedBy>
  <cp:revision>2</cp:revision>
  <dcterms:created xsi:type="dcterms:W3CDTF">2013-01-27T09:14:16Z</dcterms:created>
  <dcterms:modified xsi:type="dcterms:W3CDTF">2026-06-06T05:34:45Z</dcterms:modified>
  <cp:category/>
</cp:coreProperties>
</file>